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🐳 Docker &amp; ☸️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0F4FF"/>
                </a:solidFill>
              </a:defRPr>
            </a:pPr>
            <a:r>
              <a:t>Tutorial completo paso a paso</a:t>
            </a:r>
            <a:br/>
            <a:r>
              <a:t>Desde instalación hasta orquestación en producción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Contenidos del tutorial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📋 Introducción: ¿Qué son Docker y Kubernetes?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💾 Instalación en macOS, Linux y Windows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🐳 Docker: Conceptos, imágenes, contenedores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🔧 Construir y ejecutar tu primer contenedor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☸️ Kubernetes: Orquestación de contenedores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🚀 Desplegar aplicaciones en K8s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📊 Monitoreo, escalado y mejores prácticas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¿Qué es Docker?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🐳 Plataforma de contenedorización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📦 Empaqueta código + dependencias en una unidad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🔄 "Funciona en mi máquina" → "Funciona en todas"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⚡ Ligero, rápido y eficiente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🌍 Permite ejecutar múltiples apps aisladas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¿Qué es Kubernetes (K8s)?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☸️ Orquestador de contenedores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🎯 Gestiona múltiples contenedores automáticamente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⚖️ Distribuye carga, escala horizontalmente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🔄 Auto-recuperación y actualizaciones sin downtime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☁️ Estándar para infraestructura en la nube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Instalación en macOS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1️⃣ Opción A: Docker Desktop (Recomendado)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• Descarga: https://www.docker.com/products/docker-desktop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• Incluye Docker Engine + Kubernetes (opcional)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2️⃣ Opción B: Homebrew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brew install docker docker-compose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3️⃣ Verificar instalación: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docker --version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kubernetes version --client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Instalación en Linux (Ubuntu/Debian)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1️⃣ Actualizar paquetes: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sudo apt update &amp;&amp; sudo apt upgrade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2️⃣ Instalar Docker: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curl -fsSL https://get.docker.com -o get-docker.sh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sudo sh get-docker.sh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3️⃣ Agregar usuario al grupo docker: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sudo usermod -aG docker $USER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Instalación en Windows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1️⃣ Requisitos: Windows 10/11 Pro, Enterprise o Education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2️⃣ Habilitar Hyper-V: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• PowerShell (admin): Enable-WindowsOptionalFeature -FeatureName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• Hyper-V -All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3️⃣ Instalar Docker Desktop: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https://www.docker.com/products/docker-desktop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4️⃣ Reiniciar y abrir Docker Desktop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Conceptos clave de Docker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🖼️ Imagen: Plantilla (sistema operativo + app)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📦 Contenedor: Instancia en ejecución de una imagen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🏗️ Dockerfile: Receta para construir una imagen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🌐 Registry: Repositorio de imágenes (Docker Hub)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📡 Volume: Almacenamiento persistente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320040" y="1051560"/>
            <a:ext cx="8503920" cy="5029200"/>
          </a:xfrm>
          <a:prstGeom prst="rect">
            <a:avLst/>
          </a:prstGeom>
          <a:solidFill>
            <a:srgbClr val="3C4043"/>
          </a:solidFill>
          <a:ln w="254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73E8"/>
                </a:solidFill>
              </a:defRPr>
            </a:pPr>
            <a:r>
              <a:t>Ejemplo: Dockerfile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FROM python:3.11-slim</a:t>
            </a:r>
            <a:br/>
            <a:br/>
            <a:r>
              <a:t>WORKDIR /app</a:t>
            </a:r>
            <a:br/>
            <a:br/>
            <a:r>
              <a:t>COPY app.py .</a:t>
            </a:r>
            <a:br/>
            <a:r>
              <a:t>RUN pip install flask</a:t>
            </a:r>
            <a:br/>
            <a:br/>
            <a:r>
              <a:t>EXPOSE 5000</a:t>
            </a:r>
            <a:br/>
            <a:r>
              <a:t>ENV FLASK_APP=app.py</a:t>
            </a:r>
            <a:br/>
            <a:br/>
            <a:r>
              <a:t>CMD ["python", "app.py"]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Paso 1: Construir imagen Docker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📍 Ubicación: Terminal en raíz del proyecto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1️⃣ Construir la imagen: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docker build -t mi-app-web:latest 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✓ -t: Tag (nombre:versión)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✓ .: Usar Dockerfile en directorio actual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2️⃣ Verificar imagen creada: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docker images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Paso 2: Ejecutar contenedor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🚀 Correr el contenedor en local: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docker run -p 8080:5000 mi-app-web:latest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✓ -p 8080:5000: Mapea puerto local 8080 → puerto 5000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🌐 Acceder en navegador: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http://localhost:8080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✓ Deberías ver página web con interface moderna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✓ Verifica status: "✓ Contenedor ejecutándose correctamente"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Paso 3: Verificar contenedor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📊 Ver contenedores ejecutándose: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docker 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📝 Ver todos los contenedores (incluyendo detenidos):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docker ps -a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🩺 Ver logs de la aplicación: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docker logs &lt;container-id&gt;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⏹️ Detener contenedor: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docker stop &lt;container-id&gt;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Kubernetes: Conceptos clave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☸️ Cluster: Conjunto de máquinas trabajando juntas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📌 Node: Máquina individual (física o virtual)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📦 Pod: Unidad mínima (generalmente 1 contenedor)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🎯 Deployment: Define cómo ejecutar pods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📡 Service: Expone aplicaciones en la 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⚙️ ConfigMap/Secret: Configuración e información sensible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Instalación Kubernetes Local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🎯 Opción 1: Docker Desktop (más fácil)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• Settings → Kubernetes → Enable Kubernetes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• Esperar ~2 minutos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🎯 Opción 2: Minikube (alternativa ligera)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brew install minikube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minikube start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✅ Verificar instalación: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kubectl version --client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kubectl get nodes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Manifiestos Kubernetes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📄 YAML: Define infraestructura como código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Tipos principales: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• Deployment: Ejecuta aplicaciones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• Service: Expone en la 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• ConfigMap: Datos de configuración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• PersistentVolume: Almacenamiento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• HorizontalPodAutoscaler: Auto-escalado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Paso 4: Desplegar en Kubernetes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📍 Requisitos previos: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1. Docker Desktop con K8s habilitado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2. Imagen Docker construida: mi-app-web:latest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3. Archivo kubernetes.yaml (proporcionado)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🚀 Desplegar: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kubectl apply -f kubernetes.yaml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✓ Crea Namespace, Deployment, Service y HPA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Paso 5: Verificar despliegue en K8s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📊 Ver estado del despliegue: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kubectl get deployments -n docker-kubernetes-tutorial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📦 Ver pods ejecutándose: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kubectl get pods -n docker-kubernetes-tutorial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📡 Ver servicios: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kubectl get services -n docker-kubernetes-tutorial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📝 Ver eventos/problemas: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kubectl describe pod &lt;pod-name&gt; -n docker-kubernetes-tutorial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Paso 6: Acceder a la aplicación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🔗 Port-forwarding (recomendado):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kubectl port-forward -n docker-kubernetes-tutorial \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  service/mi-app-web 8080:8080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🌐 Acceder en navegador: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http://localhost:8080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✓ Verás la misma página web que en Docker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✓ Pero ahora ejecutándose en Kubernetes con 3 replicas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Paso 7: Escalar aplicación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⚖️ Ver replicas actuales: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kubectl get deployments -n docker-kubernetes-tutorial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📈 Escalar manualmente a 5 pods: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kubectl scale deployment/mi-app-web \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  --replicas=5 -n docker-kubernetes-tutorial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📊 Auto-escalado (HPA):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✓ Mínimo: 2 pods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✓ Máximo: 5 pods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✓ Trigger: CPU &gt; 70%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Paso 8: Monitoreo y logs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📝 Ver logs de un pod: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kubectl logs &lt;pod-name&gt; -n docker-kubernetes-tutorial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🔄 Seguir logs en tiempo real: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kubectl logs -f &lt;pod-name&gt; -n docker-kubernetes-tutorial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🩺 Describir pod (información detallada):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kubectl describe pod &lt;pod-name&gt; \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  -n docker-kubernetes-tutorial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Limpieza: Eliminar recursos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🗑️ Eliminar todo el despliegue en K8s: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kubectl delete namespace docker-kubernetes-tutorial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🛑 Detener contenedor Docker: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docker stop &lt;container-id&gt;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🗑️ Eliminar imagen Docker (opcional):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docker rmi mi-app-web:latest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💾 Los datos están limpiados y listos para empezar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✨ Mejores prácticas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🔒 Seguridad: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• No ejecutar como root en contenedores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• Usar secrets para datos sensibles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• Escanear imágenes para vulnerabilidades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⚡ Rendimiento: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• Usar imágenes base ligeras (-slim, -alpine)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• Definir limits y requests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• Implementar health checks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🔍 Observabilidad: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• Agregar logs estructurados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• Usar métricas y alertas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• Implementar trazas distribuidas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Compartir en GitHub (paso a paso)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1. Ver cambios: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git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2. Agregar archivos: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git add -A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3. Crear commit: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git commit -m 'feat: agregar tutorial Docker y Kubernetes'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4. Enviar a GitHub: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git push origin main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5. Verificar: https://github.com/danielxxi/curso_git_diplomado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Troubleshooting - Solución de problemas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- Contenedor no inicia: docker logs &lt;container-id&gt;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- Port ya en uso: docker run -p 9000:5000 ...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- Pod en estado Pending: kubectl describe pod ...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- K8s no funciona: kubectl cluster-info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- Git error: Verifica rama correcta (git branch)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73E8"/>
                </a:solidFill>
              </a:defRPr>
            </a:pPr>
            <a:r>
              <a:t>📚 Recursos y referencias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0F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🐳 Docker Official Docs: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https://docs.docker.com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☸️ Kubernetes Official Docs: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https://kubernetes.io/docs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📖 Docker Hub (imágenes):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https://hub.docker.com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🛠️ Play with Kubernetes (online):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C4043"/>
                </a:solidFill>
              </a:defRPr>
            </a:pPr>
            <a:r>
              <a:t>   https://www.play-with-k8s.com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🎉 ¡Completado!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0F4FF"/>
                </a:solidFill>
              </a:defRPr>
            </a:pPr>
            <a:r>
              <a:t>Ya sabes cómo:</a:t>
            </a:r>
            <a:br/>
            <a:r>
              <a:t>✓ Construir imágenes Docker</a:t>
            </a:r>
            <a:br/>
            <a:r>
              <a:t>✓ Ejecutar contenedores</a:t>
            </a:r>
            <a:br/>
            <a:r>
              <a:t>✓ Desplegar en Kubernetes</a:t>
            </a:r>
            <a:br/>
            <a:r>
              <a:t>✓ Escalar y monitorear aplicaciones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